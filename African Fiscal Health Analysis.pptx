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b781032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b781032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b781032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b781032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b7810325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b7810325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b781032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b78103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7810325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7810325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781032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781032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7810325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7810325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7810325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7810325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7810325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b7810325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7810325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7810325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 African Fiscal Health Analysis&#10;## Data-Driven Insights for Sustainable Development&#10;&#10;**Hackathon Submission**&#10;Maanda Okundaho Phidane&#10;29 November 2025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The Challenge: Underutilized Fiscal Data&#10;&#10;### Problem Statement:&#10;- Fiscal data across African economies remains fragmented and under-analyzed&#10;- Limited evidence-based policymaking leads to inefficient resource allocation&#10;- Persistent challenges: budget deficits, weak revenue mobilization, inequality&#10;&#10;### Our Mission:&#10;Transform raw fiscal data into actionable intelligence for sustainable development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Comprehensive Analytical Framework&#10;&#10;### Data Pipeline:&#10;1. **Data Collection &amp; Cleaning**&#10;   - 14 African countries, 1960-2025 data&#10;   - 23,782 records standardized and validated&#10;&#10;2. **Advanced Analytics**&#10;   - Time-series trend analysis&#10;   - Machine learning predictions&#10;   - Anomaly detection algorithms&#10;&#10;3. **Policy-Ready Insights**&#10;   - Risk categorization&#10;   - Strategic recommendations&#10;   - Stakeholder-specific valu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Historical Fiscal Trends: 65 Years of Data&#10;&#10;[SHOW YOUR DASHBOARD VISUALIZATION]&#10;&#10;### Key Insights:&#10;- **Chronic deficit patterns** in specific countries&#10;- **Economic shock impacts** clearly visible (2008, 2014, 2020)&#10;- **Regional variations** in fiscal management&#10;- **Improving trends** in several economies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6150" cy="48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COMPREHENSIVE_FISCAL_ANALYSIS_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9916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493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comprehensive_fiscal_analys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1742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Multi-Stakeholder Value Creation&#10;&#10;### For Governments:&#10;- Evidence-based budget planning&#10;- Early warning systems for fiscal risks&#10;&#10;### For Development Partners:&#10;- Targeted intervention planning&#10;- SDG alignment and impact measurement&#10;&#10;### For Researchers:&#10;- Comprehensive longitudinal dataset&#10;- Advanced methodological framework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Advanced Technical Implementation&#10;&#10;### Our Tech Stack:&#10;- **Python** with pandas, scikit-learn, matplotlib&#10;- **Machine Learning**: Predictive modeling &amp; anomaly detection&#10;- **Data Visualization**: Professional, policy-ready dashboards&#10;- **Statistical Analysis**: Comprehensive trend and correlation analysis&#10;&#10;### Innovation Highlights:&#10;- Creative feature engineering for economic cycles&#10;- Multi-country comparative framework&#10;- Real-time dashboard generation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Transforming Data into Development Impact&#10;&#10;### Key Achievements:&#10;✅ **Comprehensive Analysis**: 14 countries, 65+ years of data&#10;✅ **Actionable Insights**: Targeted recommendations for each country category  &#10;✅ **Technical Innovation**: Advanced ML models and visualization&#10;✅ **Stakeholder Value**: Ready for immediate policy implementation&#10;&#10;### Next Steps:&#10;- Deploy early warning system for fiscal risks&#10;- Expand to additional economic indicators&#10;- Develop interactive policy simulation tool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